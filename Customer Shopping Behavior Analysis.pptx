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02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0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6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6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7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0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35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57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0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97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0604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10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91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12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09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3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E148CB-4CB1-4619-B394-B03F4DF45FE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73477-9774-499F-8FFE-348591EAA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927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0F354-192E-1034-C07A-90C7D6AD71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Shopping Behavior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A9A62-D257-7461-5619-D40A2FC84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 Project – Data Analysis Diploma</a:t>
            </a:r>
          </a:p>
        </p:txBody>
      </p:sp>
    </p:spTree>
    <p:extLst>
      <p:ext uri="{BB962C8B-B14F-4D97-AF65-F5344CB8AC3E}">
        <p14:creationId xmlns:p14="http://schemas.microsoft.com/office/powerpoint/2010/main" val="2719973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733D-D372-42BC-11FC-A96549378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F0CBC-3083-D3C5-6955-F5D7541D0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Dataset Name: Shopping Trends Dataset</a:t>
            </a:r>
          </a:p>
          <a:p>
            <a:pPr lvl="0"/>
            <a:r>
              <a:rPr lang="en-US" dirty="0"/>
              <a:t>Number of Records: 3,900</a:t>
            </a:r>
          </a:p>
          <a:p>
            <a:pPr lvl="0"/>
            <a:r>
              <a:rPr lang="en-US" dirty="0"/>
              <a:t>Number of Columns: 19</a:t>
            </a:r>
          </a:p>
          <a:p>
            <a:pPr lvl="0"/>
            <a:r>
              <a:rPr lang="en-US" dirty="0"/>
              <a:t>Tools Used: Python, Pandas, Power BI</a:t>
            </a:r>
            <a:endParaRPr lang="ar-EG" dirty="0"/>
          </a:p>
          <a:p>
            <a:pPr lvl="0"/>
            <a:r>
              <a:rPr lang="en-US" dirty="0"/>
              <a:t>Dataset Source</a:t>
            </a:r>
            <a:r>
              <a:rPr lang="ar-EG" dirty="0"/>
              <a:t>:</a:t>
            </a:r>
            <a:r>
              <a:rPr lang="en-US" dirty="0"/>
              <a:t>https://www.kaggle.com/datasets/iamsouravbanerjee/customer-shopping-trends-dataset?utm_source=chatgpt.com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824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40F88-3DDE-5750-A108-7CF0ECAC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FFAED-BC3E-8AB7-1491-B6C87E471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تم</a:t>
            </a:r>
            <a:r>
              <a:rPr lang="en-US" dirty="0"/>
              <a:t> </a:t>
            </a:r>
            <a:r>
              <a:rPr lang="en-US" dirty="0" err="1"/>
              <a:t>تحليل</a:t>
            </a:r>
            <a:r>
              <a:rPr lang="en-US" dirty="0"/>
              <a:t> </a:t>
            </a:r>
            <a:r>
              <a:rPr lang="en-US" dirty="0" err="1"/>
              <a:t>البيانات</a:t>
            </a:r>
            <a:r>
              <a:rPr lang="en-US" dirty="0"/>
              <a:t> </a:t>
            </a:r>
            <a:r>
              <a:rPr lang="en-US" dirty="0" err="1"/>
              <a:t>باستخدام</a:t>
            </a:r>
            <a:r>
              <a:rPr lang="en-US" dirty="0"/>
              <a:t> Python </a:t>
            </a:r>
            <a:r>
              <a:rPr lang="en-US" dirty="0" err="1"/>
              <a:t>وPandas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حجم</a:t>
            </a:r>
            <a:r>
              <a:rPr lang="en-US" dirty="0"/>
              <a:t> </a:t>
            </a:r>
            <a:r>
              <a:rPr lang="en-US" dirty="0" err="1"/>
              <a:t>البيانات</a:t>
            </a:r>
            <a:r>
              <a:rPr lang="en-US" dirty="0"/>
              <a:t>: 3,900 </a:t>
            </a:r>
            <a:r>
              <a:rPr lang="en-US" dirty="0" err="1"/>
              <a:t>سجل</a:t>
            </a:r>
            <a:r>
              <a:rPr lang="en-US" dirty="0"/>
              <a:t> و19 </a:t>
            </a:r>
            <a:r>
              <a:rPr lang="en-US" dirty="0" err="1"/>
              <a:t>عمودًا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تم</a:t>
            </a:r>
            <a:r>
              <a:rPr lang="en-US" dirty="0"/>
              <a:t> </a:t>
            </a:r>
            <a:r>
              <a:rPr lang="en-US" dirty="0" err="1"/>
              <a:t>فحص</a:t>
            </a:r>
            <a:r>
              <a:rPr lang="en-US" dirty="0"/>
              <a:t> </a:t>
            </a:r>
            <a:r>
              <a:rPr lang="en-US" dirty="0" err="1"/>
              <a:t>القيم</a:t>
            </a:r>
            <a:r>
              <a:rPr lang="en-US" dirty="0"/>
              <a:t> </a:t>
            </a:r>
            <a:r>
              <a:rPr lang="en-US" dirty="0" err="1"/>
              <a:t>المفقودة</a:t>
            </a:r>
            <a:r>
              <a:rPr lang="en-US" dirty="0"/>
              <a:t>، </a:t>
            </a:r>
            <a:r>
              <a:rPr lang="en-US" dirty="0" err="1"/>
              <a:t>وكانت</a:t>
            </a:r>
            <a:r>
              <a:rPr lang="en-US" dirty="0"/>
              <a:t> </a:t>
            </a:r>
            <a:r>
              <a:rPr lang="en-US" dirty="0" err="1"/>
              <a:t>النتيجة</a:t>
            </a:r>
            <a:r>
              <a:rPr lang="en-US" dirty="0"/>
              <a:t> </a:t>
            </a:r>
            <a:r>
              <a:rPr lang="en-US" dirty="0" err="1"/>
              <a:t>عدم</a:t>
            </a:r>
            <a:r>
              <a:rPr lang="en-US" dirty="0"/>
              <a:t> </a:t>
            </a:r>
            <a:r>
              <a:rPr lang="en-US" dirty="0" err="1"/>
              <a:t>وجود</a:t>
            </a:r>
            <a:r>
              <a:rPr lang="en-US" dirty="0"/>
              <a:t> </a:t>
            </a:r>
            <a:r>
              <a:rPr lang="en-US" dirty="0" err="1"/>
              <a:t>قيم</a:t>
            </a:r>
            <a:r>
              <a:rPr lang="en-US" dirty="0"/>
              <a:t> </a:t>
            </a:r>
            <a:r>
              <a:rPr lang="en-US" dirty="0" err="1"/>
              <a:t>مفقودة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البيانات</a:t>
            </a:r>
            <a:r>
              <a:rPr lang="en-US" dirty="0"/>
              <a:t> </a:t>
            </a:r>
            <a:r>
              <a:rPr lang="en-US" dirty="0" err="1"/>
              <a:t>النهائية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تم</a:t>
            </a:r>
            <a:r>
              <a:rPr lang="en-US" dirty="0"/>
              <a:t> </a:t>
            </a:r>
            <a:r>
              <a:rPr lang="en-US" dirty="0" err="1"/>
              <a:t>تصدير</a:t>
            </a:r>
            <a:r>
              <a:rPr lang="en-US" dirty="0"/>
              <a:t> </a:t>
            </a:r>
            <a:r>
              <a:rPr lang="en-US" dirty="0" err="1"/>
              <a:t>البيانات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ملف</a:t>
            </a:r>
            <a:r>
              <a:rPr lang="en-US" dirty="0"/>
              <a:t> CSV </a:t>
            </a:r>
            <a:r>
              <a:rPr lang="en-US" dirty="0" err="1"/>
              <a:t>لاستخدامها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Power BI.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70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0C12-6DEF-E165-E0B7-EC27C851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&amp;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1ED1B-2D08-B7ED-C25D-BB52C6F45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إجمالي</a:t>
            </a:r>
            <a:r>
              <a:rPr lang="en-US" dirty="0"/>
              <a:t> </a:t>
            </a:r>
            <a:r>
              <a:rPr lang="en-US" dirty="0" err="1"/>
              <a:t>العملاء</a:t>
            </a:r>
            <a:r>
              <a:rPr lang="en-US" dirty="0"/>
              <a:t>: 3,900.</a:t>
            </a:r>
          </a:p>
          <a:p>
            <a:pPr lvl="0"/>
            <a:r>
              <a:rPr lang="en-US" dirty="0" err="1"/>
              <a:t>إجمالي</a:t>
            </a:r>
            <a:r>
              <a:rPr lang="en-US" dirty="0"/>
              <a:t> </a:t>
            </a:r>
            <a:r>
              <a:rPr lang="en-US" dirty="0" err="1"/>
              <a:t>المبيعات</a:t>
            </a:r>
            <a:r>
              <a:rPr lang="en-US" dirty="0"/>
              <a:t>: </a:t>
            </a:r>
            <a:r>
              <a:rPr lang="en-US" dirty="0" err="1"/>
              <a:t>حوالي</a:t>
            </a:r>
            <a:r>
              <a:rPr lang="en-US" dirty="0"/>
              <a:t> 233 </a:t>
            </a:r>
            <a:r>
              <a:rPr lang="en-US" dirty="0" err="1"/>
              <a:t>ألف</a:t>
            </a:r>
            <a:r>
              <a:rPr lang="en-US" dirty="0"/>
              <a:t> </a:t>
            </a:r>
            <a:r>
              <a:rPr lang="en-US" dirty="0" err="1"/>
              <a:t>دولار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متوسط</a:t>
            </a:r>
            <a:r>
              <a:rPr lang="en-US" dirty="0"/>
              <a:t> </a:t>
            </a:r>
            <a:r>
              <a:rPr lang="en-US" dirty="0" err="1"/>
              <a:t>قيمة</a:t>
            </a:r>
            <a:r>
              <a:rPr lang="en-US" dirty="0"/>
              <a:t> </a:t>
            </a:r>
            <a:r>
              <a:rPr lang="en-US" dirty="0" err="1"/>
              <a:t>الشراء</a:t>
            </a:r>
            <a:r>
              <a:rPr lang="en-US" dirty="0"/>
              <a:t>: 59.76 </a:t>
            </a:r>
            <a:r>
              <a:rPr lang="en-US" dirty="0" err="1"/>
              <a:t>دولار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متوسط</a:t>
            </a:r>
            <a:r>
              <a:rPr lang="en-US" dirty="0"/>
              <a:t> </a:t>
            </a:r>
            <a:r>
              <a:rPr lang="en-US" dirty="0" err="1"/>
              <a:t>عمر</a:t>
            </a:r>
            <a:r>
              <a:rPr lang="en-US" dirty="0"/>
              <a:t> </a:t>
            </a:r>
            <a:r>
              <a:rPr lang="en-US" dirty="0" err="1"/>
              <a:t>العملاء</a:t>
            </a:r>
            <a:r>
              <a:rPr lang="en-US" dirty="0"/>
              <a:t>: 44.07 </a:t>
            </a:r>
            <a:r>
              <a:rPr lang="en-US" dirty="0" err="1"/>
              <a:t>سنة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متوسط</a:t>
            </a:r>
            <a:r>
              <a:rPr lang="en-US" dirty="0"/>
              <a:t> </a:t>
            </a:r>
            <a:r>
              <a:rPr lang="en-US" dirty="0" err="1"/>
              <a:t>تقييم</a:t>
            </a:r>
            <a:r>
              <a:rPr lang="en-US" dirty="0"/>
              <a:t> </a:t>
            </a:r>
            <a:r>
              <a:rPr lang="en-US" dirty="0" err="1"/>
              <a:t>العملاء</a:t>
            </a:r>
            <a:r>
              <a:rPr lang="en-US" dirty="0"/>
              <a:t>: 3.75 </a:t>
            </a:r>
            <a:r>
              <a:rPr lang="en-US" dirty="0" err="1"/>
              <a:t>من</a:t>
            </a:r>
            <a:r>
              <a:rPr lang="en-US" dirty="0"/>
              <a:t> 5.</a:t>
            </a:r>
          </a:p>
          <a:p>
            <a:pPr lvl="0"/>
            <a:r>
              <a:rPr lang="en-US" dirty="0" err="1"/>
              <a:t>فئة</a:t>
            </a:r>
            <a:r>
              <a:rPr lang="en-US" dirty="0"/>
              <a:t> </a:t>
            </a:r>
            <a:r>
              <a:rPr lang="en-US" dirty="0" err="1"/>
              <a:t>الملابس</a:t>
            </a:r>
            <a:r>
              <a:rPr lang="en-US" dirty="0"/>
              <a:t> (Clothing) </a:t>
            </a:r>
            <a:r>
              <a:rPr lang="en-US" dirty="0" err="1"/>
              <a:t>حققت</a:t>
            </a:r>
            <a:r>
              <a:rPr lang="en-US" dirty="0"/>
              <a:t> </a:t>
            </a:r>
            <a:r>
              <a:rPr lang="en-US" dirty="0" err="1"/>
              <a:t>أعلى</a:t>
            </a:r>
            <a:r>
              <a:rPr lang="en-US" dirty="0"/>
              <a:t> </a:t>
            </a:r>
            <a:r>
              <a:rPr lang="en-US" dirty="0" err="1"/>
              <a:t>مبيعات</a:t>
            </a:r>
            <a:r>
              <a:rPr lang="en-US" dirty="0"/>
              <a:t> </a:t>
            </a:r>
            <a:r>
              <a:rPr lang="en-US" dirty="0" err="1"/>
              <a:t>بحوالي</a:t>
            </a:r>
            <a:r>
              <a:rPr lang="en-US" dirty="0"/>
              <a:t> 104 </a:t>
            </a:r>
            <a:r>
              <a:rPr lang="en-US" dirty="0" err="1"/>
              <a:t>آلاف</a:t>
            </a:r>
            <a:r>
              <a:rPr lang="en-US" dirty="0"/>
              <a:t> </a:t>
            </a:r>
            <a:r>
              <a:rPr lang="en-US" dirty="0" err="1"/>
              <a:t>دولار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الذكور</a:t>
            </a:r>
            <a:r>
              <a:rPr lang="en-US" dirty="0"/>
              <a:t> </a:t>
            </a:r>
            <a:r>
              <a:rPr lang="en-US" dirty="0" err="1"/>
              <a:t>يمثلون</a:t>
            </a:r>
            <a:r>
              <a:rPr lang="en-US" dirty="0"/>
              <a:t> </a:t>
            </a:r>
            <a:r>
              <a:rPr lang="en-US" dirty="0" err="1"/>
              <a:t>حوالي</a:t>
            </a:r>
            <a:r>
              <a:rPr lang="en-US" dirty="0"/>
              <a:t> 68%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العملاء</a:t>
            </a:r>
            <a:r>
              <a:rPr lang="en-US" dirty="0"/>
              <a:t>، </a:t>
            </a:r>
            <a:r>
              <a:rPr lang="en-US" dirty="0" err="1"/>
              <a:t>والإناث</a:t>
            </a:r>
            <a:r>
              <a:rPr lang="en-US" dirty="0"/>
              <a:t> 32%.</a:t>
            </a:r>
          </a:p>
          <a:p>
            <a:pPr lvl="0"/>
            <a:r>
              <a:rPr lang="en-US" dirty="0" err="1"/>
              <a:t>فصل</a:t>
            </a:r>
            <a:r>
              <a:rPr lang="en-US" dirty="0"/>
              <a:t> </a:t>
            </a:r>
            <a:r>
              <a:rPr lang="en-US" dirty="0" err="1"/>
              <a:t>الخريف</a:t>
            </a:r>
            <a:r>
              <a:rPr lang="en-US" dirty="0"/>
              <a:t> </a:t>
            </a:r>
            <a:r>
              <a:rPr lang="en-US" dirty="0" err="1"/>
              <a:t>حقق</a:t>
            </a:r>
            <a:r>
              <a:rPr lang="en-US" dirty="0"/>
              <a:t> </a:t>
            </a:r>
            <a:r>
              <a:rPr lang="en-US" dirty="0" err="1"/>
              <a:t>أعلى</a:t>
            </a:r>
            <a:r>
              <a:rPr lang="en-US" dirty="0"/>
              <a:t> </a:t>
            </a:r>
            <a:r>
              <a:rPr lang="en-US" dirty="0" err="1"/>
              <a:t>مبيعات</a:t>
            </a:r>
            <a:r>
              <a:rPr lang="en-US" dirty="0"/>
              <a:t> </a:t>
            </a:r>
            <a:r>
              <a:rPr lang="en-US" dirty="0" err="1"/>
              <a:t>موسمية</a:t>
            </a:r>
            <a:r>
              <a:rPr lang="en-US" dirty="0"/>
              <a:t> </a:t>
            </a:r>
            <a:r>
              <a:rPr lang="en-US" dirty="0" err="1"/>
              <a:t>بحوالي</a:t>
            </a:r>
            <a:r>
              <a:rPr lang="en-US" dirty="0"/>
              <a:t> 60 </a:t>
            </a:r>
            <a:r>
              <a:rPr lang="en-US" dirty="0" err="1"/>
              <a:t>ألف</a:t>
            </a:r>
            <a:r>
              <a:rPr lang="en-US" dirty="0"/>
              <a:t> </a:t>
            </a:r>
            <a:r>
              <a:rPr lang="en-US" dirty="0" err="1"/>
              <a:t>دولار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23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6239-78A8-B50B-1DE1-C930F153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99078"/>
          </a:xfrm>
        </p:spPr>
        <p:txBody>
          <a:bodyPr>
            <a:normAutofit fontScale="90000"/>
          </a:bodyPr>
          <a:lstStyle/>
          <a:p>
            <a:r>
              <a:rPr lang="en-US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35CA9A-03F8-EBBD-DE41-C13526A4A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09" y="826851"/>
            <a:ext cx="11838561" cy="582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8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7E78-BD8D-78DD-938C-4E703DCF3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614C4-7351-CCF0-CD88-FA4D36AB8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التركيز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  <a:r>
              <a:rPr lang="en-US" dirty="0" err="1"/>
              <a:t>فئة</a:t>
            </a:r>
            <a:r>
              <a:rPr lang="en-US" dirty="0"/>
              <a:t> </a:t>
            </a:r>
            <a:r>
              <a:rPr lang="en-US" dirty="0" err="1"/>
              <a:t>الملابس</a:t>
            </a:r>
            <a:r>
              <a:rPr lang="en-US" dirty="0"/>
              <a:t> </a:t>
            </a:r>
            <a:r>
              <a:rPr lang="en-US" dirty="0" err="1"/>
              <a:t>لأنها</a:t>
            </a:r>
            <a:r>
              <a:rPr lang="en-US" dirty="0"/>
              <a:t> </a:t>
            </a:r>
            <a:r>
              <a:rPr lang="en-US" dirty="0" err="1"/>
              <a:t>الأعلى</a:t>
            </a:r>
            <a:r>
              <a:rPr lang="en-US" dirty="0"/>
              <a:t> </a:t>
            </a:r>
            <a:r>
              <a:rPr lang="en-US" dirty="0" err="1"/>
              <a:t>مبيعًا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دراسة</a:t>
            </a:r>
            <a:r>
              <a:rPr lang="en-US" dirty="0"/>
              <a:t> </a:t>
            </a:r>
            <a:r>
              <a:rPr lang="en-US" dirty="0" err="1"/>
              <a:t>أسباب</a:t>
            </a:r>
            <a:r>
              <a:rPr lang="en-US" dirty="0"/>
              <a:t> </a:t>
            </a:r>
            <a:r>
              <a:rPr lang="en-US" dirty="0" err="1"/>
              <a:t>اختلاف</a:t>
            </a:r>
            <a:r>
              <a:rPr lang="en-US" dirty="0"/>
              <a:t> </a:t>
            </a:r>
            <a:r>
              <a:rPr lang="en-US" dirty="0" err="1"/>
              <a:t>المبيعات</a:t>
            </a:r>
            <a:r>
              <a:rPr lang="en-US" dirty="0"/>
              <a:t> </a:t>
            </a:r>
            <a:r>
              <a:rPr lang="en-US" dirty="0" err="1"/>
              <a:t>بين</a:t>
            </a:r>
            <a:r>
              <a:rPr lang="en-US" dirty="0"/>
              <a:t> </a:t>
            </a:r>
            <a:r>
              <a:rPr lang="en-US" dirty="0" err="1"/>
              <a:t>الفئات</a:t>
            </a:r>
            <a:r>
              <a:rPr lang="en-US" dirty="0"/>
              <a:t> </a:t>
            </a:r>
            <a:r>
              <a:rPr lang="en-US" dirty="0" err="1"/>
              <a:t>والمنتجات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تحليل</a:t>
            </a:r>
            <a:r>
              <a:rPr lang="en-US" dirty="0"/>
              <a:t> </a:t>
            </a:r>
            <a:r>
              <a:rPr lang="en-US" dirty="0" err="1"/>
              <a:t>تقييمات</a:t>
            </a:r>
            <a:r>
              <a:rPr lang="en-US" dirty="0"/>
              <a:t> </a:t>
            </a:r>
            <a:r>
              <a:rPr lang="en-US" dirty="0" err="1"/>
              <a:t>العملاء</a:t>
            </a:r>
            <a:r>
              <a:rPr lang="en-US" dirty="0"/>
              <a:t> </a:t>
            </a:r>
            <a:r>
              <a:rPr lang="en-US" dirty="0" err="1"/>
              <a:t>لتحديد</a:t>
            </a:r>
            <a:r>
              <a:rPr lang="en-US" dirty="0"/>
              <a:t> </a:t>
            </a:r>
            <a:r>
              <a:rPr lang="en-US" dirty="0" err="1"/>
              <a:t>فرص</a:t>
            </a:r>
            <a:r>
              <a:rPr lang="en-US" dirty="0"/>
              <a:t> </a:t>
            </a:r>
            <a:r>
              <a:rPr lang="en-US" dirty="0" err="1"/>
              <a:t>تحسين</a:t>
            </a:r>
            <a:r>
              <a:rPr lang="en-US" dirty="0"/>
              <a:t> </a:t>
            </a:r>
            <a:r>
              <a:rPr lang="en-US" dirty="0" err="1"/>
              <a:t>تجربة</a:t>
            </a:r>
            <a:r>
              <a:rPr lang="en-US" dirty="0"/>
              <a:t> </a:t>
            </a:r>
            <a:r>
              <a:rPr lang="en-US" dirty="0" err="1"/>
              <a:t>التسوق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تطوير</a:t>
            </a:r>
            <a:r>
              <a:rPr lang="en-US" dirty="0"/>
              <a:t> </a:t>
            </a:r>
            <a:r>
              <a:rPr lang="en-US" dirty="0" err="1"/>
              <a:t>الحملات</a:t>
            </a:r>
            <a:r>
              <a:rPr lang="en-US" dirty="0"/>
              <a:t> </a:t>
            </a:r>
            <a:r>
              <a:rPr lang="en-US" dirty="0" err="1"/>
              <a:t>التسويقية</a:t>
            </a:r>
            <a:r>
              <a:rPr lang="en-US" dirty="0"/>
              <a:t> </a:t>
            </a:r>
            <a:r>
              <a:rPr lang="en-US" dirty="0" err="1"/>
              <a:t>بما</a:t>
            </a:r>
            <a:r>
              <a:rPr lang="en-US" dirty="0"/>
              <a:t> </a:t>
            </a:r>
            <a:r>
              <a:rPr lang="en-US" dirty="0" err="1"/>
              <a:t>يتناسب</a:t>
            </a:r>
            <a:r>
              <a:rPr lang="en-US" dirty="0"/>
              <a:t> </a:t>
            </a:r>
            <a:r>
              <a:rPr lang="en-US" dirty="0" err="1"/>
              <a:t>مع</a:t>
            </a:r>
            <a:r>
              <a:rPr lang="en-US" dirty="0"/>
              <a:t> </a:t>
            </a:r>
            <a:r>
              <a:rPr lang="en-US" dirty="0" err="1"/>
              <a:t>تفضيلات</a:t>
            </a:r>
            <a:r>
              <a:rPr lang="en-US" dirty="0"/>
              <a:t> </a:t>
            </a:r>
            <a:r>
              <a:rPr lang="en-US" dirty="0" err="1"/>
              <a:t>العملاء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متابعة</a:t>
            </a:r>
            <a:r>
              <a:rPr lang="en-US" dirty="0"/>
              <a:t> </a:t>
            </a:r>
            <a:r>
              <a:rPr lang="en-US" dirty="0" err="1"/>
              <a:t>مؤشرات</a:t>
            </a:r>
            <a:r>
              <a:rPr lang="en-US" dirty="0"/>
              <a:t> </a:t>
            </a:r>
            <a:r>
              <a:rPr lang="en-US" dirty="0" err="1"/>
              <a:t>المبيعات</a:t>
            </a:r>
            <a:r>
              <a:rPr lang="en-US" dirty="0"/>
              <a:t> </a:t>
            </a:r>
            <a:r>
              <a:rPr lang="en-US" dirty="0" err="1"/>
              <a:t>والعملاء</a:t>
            </a:r>
            <a:r>
              <a:rPr lang="en-US" dirty="0"/>
              <a:t> </a:t>
            </a:r>
            <a:r>
              <a:rPr lang="en-US" dirty="0" err="1"/>
              <a:t>باستمرار</a:t>
            </a:r>
            <a:r>
              <a:rPr lang="en-US" dirty="0"/>
              <a:t> </a:t>
            </a:r>
            <a:r>
              <a:rPr lang="en-US" dirty="0" err="1"/>
              <a:t>باستخدام</a:t>
            </a:r>
            <a:r>
              <a:rPr lang="en-US" dirty="0"/>
              <a:t> Power BI.</a:t>
            </a:r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8650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227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Customer Shopping Behavior Analysis</vt:lpstr>
      <vt:lpstr>Dataset Description</vt:lpstr>
      <vt:lpstr>Data Cleaning &amp; Preparation</vt:lpstr>
      <vt:lpstr>Dashboard &amp; Key Findings</vt:lpstr>
      <vt:lpstr>DASHBOARD</vt:lpstr>
      <vt:lpstr>Conclusion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BS</dc:creator>
  <cp:lastModifiedBy>BS</cp:lastModifiedBy>
  <cp:revision>1</cp:revision>
  <dcterms:created xsi:type="dcterms:W3CDTF">2026-10-19T17:31:55Z</dcterms:created>
  <dcterms:modified xsi:type="dcterms:W3CDTF">2026-10-19T17:33:50Z</dcterms:modified>
</cp:coreProperties>
</file>